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5"/>
    <p:restoredTop sz="94556"/>
  </p:normalViewPr>
  <p:slideViewPr>
    <p:cSldViewPr snapToGrid="0">
      <p:cViewPr>
        <p:scale>
          <a:sx n="88" d="100"/>
          <a:sy n="88" d="100"/>
        </p:scale>
        <p:origin x="33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377C8F-181B-40BF-B13E-47F9657F00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7BE579F-6A8A-4D9A-07A4-0BA504C63F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B2C788D-2DBF-8B9B-1D63-750102B3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D795A-562D-4342-A19C-99A71FC6F89E}" type="datetimeFigureOut">
              <a:rPr lang="fr-FR" smtClean="0"/>
              <a:t>08/09/2024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FC6CF9-7AEF-32B6-25D2-D2BE96DB5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613751-EF41-19FB-0E72-FF95CF2E8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09A14-B576-EC41-9A59-4156EDA91B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6027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FD4F81-4C2E-CE88-FE8C-2B24E3EF5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56098F-D317-872E-61B5-B862F8871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F62A80-2A6F-218B-22A8-FA25C0314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D795A-562D-4342-A19C-99A71FC6F89E}" type="datetimeFigureOut">
              <a:rPr lang="fr-FR" smtClean="0"/>
              <a:t>08/09/2024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A151F5-BA5D-EF9A-81B8-72C510646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D4D082-5061-7424-6A75-8FDA962AC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09A14-B576-EC41-9A59-4156EDA91B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546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CA6E40-C436-0C05-D29F-D9E2A25B1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2922C56-965A-E8D3-7B09-15F591487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F5BE6C-6D21-5EDA-1BF7-99A9A2F9D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D795A-562D-4342-A19C-99A71FC6F89E}" type="datetimeFigureOut">
              <a:rPr lang="fr-FR" smtClean="0"/>
              <a:t>08/09/2024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DFA262D-FB1D-6659-C552-D67D9D29E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6567A1-B3FA-B7EF-9EE3-B35A5F512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09A14-B576-EC41-9A59-4156EDA91B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5643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8C4D60-BB05-DD32-387F-F207A9FCF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8BEB8F-9080-8404-1E8A-0A5002748A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5086E44-FA54-4C3A-97FE-2E36719B42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92E4B7A-5CA6-0E3A-6305-56F9C7DFA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D795A-562D-4342-A19C-99A71FC6F89E}" type="datetimeFigureOut">
              <a:rPr lang="fr-FR" smtClean="0"/>
              <a:t>08/09/2024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8D0A9EC-DDAB-0FF2-55B0-43117A7CE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25D80F9-2F82-CF64-97D4-B4D8A5A93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09A14-B576-EC41-9A59-4156EDA91B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322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FE2B58-89FC-91C1-7013-FADAF954D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12658AF-27B4-67F8-A2B3-2B6C23ADE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C724486-0E0D-3A9D-7263-5FD2276F42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47AF55B-21C6-BBDC-6679-12FE41EE26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6E2A15B-3EE9-4F45-AD75-4C11F69DA6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3E00A5A-9682-A987-88B5-74A1E308D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D795A-562D-4342-A19C-99A71FC6F89E}" type="datetimeFigureOut">
              <a:rPr lang="fr-FR" smtClean="0"/>
              <a:t>08/09/2024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E687135-032E-719F-012F-7045063BC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C253E80-F083-8708-C404-EE789FF7B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09A14-B576-EC41-9A59-4156EDA91B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4513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3721DA-7FF5-E724-E739-87C3CF318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9A465D5-FB4D-7E5F-E15A-BD834696C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D795A-562D-4342-A19C-99A71FC6F89E}" type="datetimeFigureOut">
              <a:rPr lang="fr-FR" smtClean="0"/>
              <a:t>08/09/2024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6124D75-6E6D-0BBB-4145-20B3682D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B1C2DB2-55C7-67C3-E65F-089847A46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09A14-B576-EC41-9A59-4156EDA91B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4120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441271D-CF7F-8424-729F-9D4C2A6F2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D795A-562D-4342-A19C-99A71FC6F89E}" type="datetimeFigureOut">
              <a:rPr lang="fr-FR" smtClean="0"/>
              <a:t>08/09/2024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0908B91-6BEA-E070-79EA-5D4FEF4C5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1ADE3A-850D-77AE-36F4-D7C95E4BD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09A14-B576-EC41-9A59-4156EDA91B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2028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80D744-2821-23D1-54C9-DEA09E628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B89808-46CE-C44B-7453-E40042F2D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83A2966-0757-F117-9889-8C87DA55E0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5D2E34D-FD3A-C09D-3B90-5919BD78F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D795A-562D-4342-A19C-99A71FC6F89E}" type="datetimeFigureOut">
              <a:rPr lang="fr-FR" smtClean="0"/>
              <a:t>08/09/2024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EECB540-EAC1-4F05-76DC-4F81AAB86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64D0BA5-F3C9-0A71-4A97-856E7BD3C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09A14-B576-EC41-9A59-4156EDA91B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823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AC00A4-EFCC-1436-5DAB-51B9AAE7C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09C614F-507F-3DBC-E73E-D6DA283E22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D2DEDF2-FA58-64EB-74A5-4138707B02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C1473FB-7B76-15C6-8359-677FF8F25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D795A-562D-4342-A19C-99A71FC6F89E}" type="datetimeFigureOut">
              <a:rPr lang="fr-FR" smtClean="0"/>
              <a:t>08/09/2024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6150022-CE46-32D2-155B-5D31F02ED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A92F551-240E-C339-A685-E4E12D835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09A14-B576-EC41-9A59-4156EDA91B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1174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47752A-EB5A-2D40-428E-EBA7B0E9D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FC39A4A-7D99-31AA-49DD-F5869B557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B008E6-DCCB-6998-7DD4-334358122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D795A-562D-4342-A19C-99A71FC6F89E}" type="datetimeFigureOut">
              <a:rPr lang="fr-FR" smtClean="0"/>
              <a:t>08/09/2024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7D7FEA-35B5-537E-7791-49DDA3927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A3EEBC-307F-82B6-05F6-461B31E24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09A14-B576-EC41-9A59-4156EDA91B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0105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78A6672-2E3D-72E1-1F73-4A5E4FF26F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EE76A76-3003-9487-9582-8003E30846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3ABC9EB-B635-56D9-8B83-8DE46427E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D795A-562D-4342-A19C-99A71FC6F89E}" type="datetimeFigureOut">
              <a:rPr lang="fr-FR" smtClean="0"/>
              <a:t>08/09/2024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EC55356-CB2E-63DC-7BFE-E0ED88B0A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ED597A-CC2B-358C-F7AA-BA658D68F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09A14-B576-EC41-9A59-4156EDA91B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0179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6C3F88A-7E06-3071-5C44-3E468826F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182D8C4-9344-F444-FDE3-BF536BCF2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5F8B513-46AA-581A-CD48-BD19E3C6A9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AD795A-562D-4342-A19C-99A71FC6F89E}" type="datetimeFigureOut">
              <a:rPr lang="fr-FR" smtClean="0"/>
              <a:t>08/09/2024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2490233-F088-02B7-4011-2FC9EF7405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6D311BF-F2AB-87A0-79FE-DA661C7F5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09A14-B576-EC41-9A59-4156EDA91B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349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296B9DCA-E70A-66DD-09B7-E91DAEC6F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1718" y="9135"/>
            <a:ext cx="4728563" cy="551495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94CCDAF6-D421-4071-B0CD-1BEE41DF9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62" y="398234"/>
            <a:ext cx="1170686" cy="48110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59960B18-FF53-E6C1-8590-CB302460554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21" t="29848" b="21370"/>
          <a:stretch/>
        </p:blipFill>
        <p:spPr>
          <a:xfrm>
            <a:off x="675712" y="840928"/>
            <a:ext cx="10888422" cy="334546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0086BF20-34C6-BD9C-1FC6-38AE2E0066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3761" y="1003324"/>
            <a:ext cx="126194" cy="1584439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3E3B1379-E48D-C81F-91B3-6589BC6692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8380" y="527876"/>
            <a:ext cx="1079815" cy="410634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B38FF051-47A3-63B7-C926-B00F57A895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1964" y="398234"/>
            <a:ext cx="1079500" cy="457200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D8189654-8D9F-7C88-2EA9-796BDE5AF2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11202" y="1228907"/>
            <a:ext cx="698500" cy="342900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DDCC3390-F57C-D068-5914-CEE8E1729A9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47702" y="1584507"/>
            <a:ext cx="825500" cy="317500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943432E5-3771-C1F5-34EF-FE94AB7F10B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57202" y="1932219"/>
            <a:ext cx="1016000" cy="317500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741C93CB-DDAA-5A8D-73D2-52B87C6DDF7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63620" y="2196941"/>
            <a:ext cx="3098800" cy="292100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7CD2852C-C5DC-278D-1C28-2987A2A05FA3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3273" t="-37348" b="-1"/>
          <a:stretch/>
        </p:blipFill>
        <p:spPr>
          <a:xfrm>
            <a:off x="5914472" y="1621963"/>
            <a:ext cx="5268720" cy="228600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FF24E583-93EC-5714-EBA3-6342E40E31B6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3273" t="-37348" b="-1"/>
          <a:stretch/>
        </p:blipFill>
        <p:spPr>
          <a:xfrm>
            <a:off x="5914472" y="2202607"/>
            <a:ext cx="5268720" cy="228600"/>
          </a:xfrm>
          <a:prstGeom prst="rect">
            <a:avLst/>
          </a:prstGeom>
        </p:spPr>
      </p:pic>
      <p:pic>
        <p:nvPicPr>
          <p:cNvPr id="36" name="Image 35">
            <a:extLst>
              <a:ext uri="{FF2B5EF4-FFF2-40B4-BE49-F238E27FC236}">
                <a16:creationId xmlns:a16="http://schemas.microsoft.com/office/drawing/2014/main" id="{6B760AAF-3577-B36C-090A-A855E157937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70911" y="1344101"/>
            <a:ext cx="1359238" cy="347712"/>
          </a:xfrm>
          <a:prstGeom prst="rect">
            <a:avLst/>
          </a:prstGeom>
        </p:spPr>
      </p:pic>
      <p:pic>
        <p:nvPicPr>
          <p:cNvPr id="40" name="Image 39">
            <a:extLst>
              <a:ext uri="{FF2B5EF4-FFF2-40B4-BE49-F238E27FC236}">
                <a16:creationId xmlns:a16="http://schemas.microsoft.com/office/drawing/2014/main" id="{E955A315-8DAD-990E-9FFC-94B62CD335E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24900" y="1862377"/>
            <a:ext cx="1005646" cy="469301"/>
          </a:xfrm>
          <a:prstGeom prst="rect">
            <a:avLst/>
          </a:prstGeom>
        </p:spPr>
      </p:pic>
      <p:pic>
        <p:nvPicPr>
          <p:cNvPr id="42" name="Image 41">
            <a:extLst>
              <a:ext uri="{FF2B5EF4-FFF2-40B4-BE49-F238E27FC236}">
                <a16:creationId xmlns:a16="http://schemas.microsoft.com/office/drawing/2014/main" id="{26BA3489-976A-3B94-D555-3EBD97EE6FA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98148" y="1354305"/>
            <a:ext cx="1003300" cy="368300"/>
          </a:xfrm>
          <a:prstGeom prst="rect">
            <a:avLst/>
          </a:prstGeom>
        </p:spPr>
      </p:pic>
      <p:pic>
        <p:nvPicPr>
          <p:cNvPr id="44" name="Image 43">
            <a:extLst>
              <a:ext uri="{FF2B5EF4-FFF2-40B4-BE49-F238E27FC236}">
                <a16:creationId xmlns:a16="http://schemas.microsoft.com/office/drawing/2014/main" id="{FEF6AAE3-10A9-7919-146A-271E3BD8C43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98148" y="1893827"/>
            <a:ext cx="1016000" cy="406400"/>
          </a:xfrm>
          <a:prstGeom prst="rect">
            <a:avLst/>
          </a:prstGeom>
        </p:spPr>
      </p:pic>
      <p:pic>
        <p:nvPicPr>
          <p:cNvPr id="46" name="Image 45">
            <a:extLst>
              <a:ext uri="{FF2B5EF4-FFF2-40B4-BE49-F238E27FC236}">
                <a16:creationId xmlns:a16="http://schemas.microsoft.com/office/drawing/2014/main" id="{DAEDD744-5FFB-B5E3-9E20-A982F91C030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40233" y="2429743"/>
            <a:ext cx="4454718" cy="1011694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9D7EA65A-83C4-4D6F-DAE1-87E93F7E76C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1052" y="3224519"/>
            <a:ext cx="2273300" cy="508000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F0266C4C-C747-52FF-F587-45579226DAB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516" y="3727744"/>
            <a:ext cx="2362200" cy="393700"/>
          </a:xfrm>
          <a:prstGeom prst="rect">
            <a:avLst/>
          </a:prstGeom>
        </p:spPr>
      </p:pic>
      <p:pic>
        <p:nvPicPr>
          <p:cNvPr id="52" name="Image 51">
            <a:extLst>
              <a:ext uri="{FF2B5EF4-FFF2-40B4-BE49-F238E27FC236}">
                <a16:creationId xmlns:a16="http://schemas.microsoft.com/office/drawing/2014/main" id="{E24C2299-7AD0-32BA-AD64-114035ACE4C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516" y="4064294"/>
            <a:ext cx="1676400" cy="342900"/>
          </a:xfrm>
          <a:prstGeom prst="rect">
            <a:avLst/>
          </a:prstGeom>
        </p:spPr>
      </p:pic>
      <p:pic>
        <p:nvPicPr>
          <p:cNvPr id="54" name="Image 53">
            <a:extLst>
              <a:ext uri="{FF2B5EF4-FFF2-40B4-BE49-F238E27FC236}">
                <a16:creationId xmlns:a16="http://schemas.microsoft.com/office/drawing/2014/main" id="{B061CF9B-1537-F77F-7F68-73564BE9A35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9164" y="4407194"/>
            <a:ext cx="2374900" cy="292100"/>
          </a:xfrm>
          <a:prstGeom prst="rect">
            <a:avLst/>
          </a:prstGeom>
        </p:spPr>
      </p:pic>
      <p:pic>
        <p:nvPicPr>
          <p:cNvPr id="56" name="Image 55">
            <a:extLst>
              <a:ext uri="{FF2B5EF4-FFF2-40B4-BE49-F238E27FC236}">
                <a16:creationId xmlns:a16="http://schemas.microsoft.com/office/drawing/2014/main" id="{406B75BA-61E3-774C-852C-88293233BCE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11052" y="4646516"/>
            <a:ext cx="1638300" cy="330200"/>
          </a:xfrm>
          <a:prstGeom prst="rect">
            <a:avLst/>
          </a:prstGeom>
        </p:spPr>
      </p:pic>
      <p:pic>
        <p:nvPicPr>
          <p:cNvPr id="83" name="Image 82">
            <a:extLst>
              <a:ext uri="{FF2B5EF4-FFF2-40B4-BE49-F238E27FC236}">
                <a16:creationId xmlns:a16="http://schemas.microsoft.com/office/drawing/2014/main" id="{F722F017-F2F9-B0FF-E7B6-5D82215AD8C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266196" y="3439973"/>
            <a:ext cx="1281861" cy="1715800"/>
          </a:xfrm>
          <a:prstGeom prst="rect">
            <a:avLst/>
          </a:prstGeom>
        </p:spPr>
      </p:pic>
      <p:pic>
        <p:nvPicPr>
          <p:cNvPr id="84" name="Image 83">
            <a:extLst>
              <a:ext uri="{FF2B5EF4-FFF2-40B4-BE49-F238E27FC236}">
                <a16:creationId xmlns:a16="http://schemas.microsoft.com/office/drawing/2014/main" id="{7C66641D-0461-B428-85C3-CB487C6B1174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640233" y="3439973"/>
            <a:ext cx="1218257" cy="1750966"/>
          </a:xfrm>
          <a:prstGeom prst="rect">
            <a:avLst/>
          </a:prstGeom>
        </p:spPr>
      </p:pic>
      <p:pic>
        <p:nvPicPr>
          <p:cNvPr id="86" name="Image 85">
            <a:extLst>
              <a:ext uri="{FF2B5EF4-FFF2-40B4-BE49-F238E27FC236}">
                <a16:creationId xmlns:a16="http://schemas.microsoft.com/office/drawing/2014/main" id="{3C8EBFB2-6500-3283-EBFF-9463698B4BA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874936" y="3647342"/>
            <a:ext cx="833072" cy="956907"/>
          </a:xfrm>
          <a:prstGeom prst="rect">
            <a:avLst/>
          </a:prstGeom>
        </p:spPr>
      </p:pic>
      <p:pic>
        <p:nvPicPr>
          <p:cNvPr id="88" name="Image 87">
            <a:extLst>
              <a:ext uri="{FF2B5EF4-FFF2-40B4-BE49-F238E27FC236}">
                <a16:creationId xmlns:a16="http://schemas.microsoft.com/office/drawing/2014/main" id="{C9A44BCD-CE34-F4B6-F8C8-696DC5E4D82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571586" y="3564773"/>
            <a:ext cx="671080" cy="420847"/>
          </a:xfrm>
          <a:prstGeom prst="rect">
            <a:avLst/>
          </a:prstGeom>
        </p:spPr>
      </p:pic>
      <p:pic>
        <p:nvPicPr>
          <p:cNvPr id="90" name="Image 89">
            <a:extLst>
              <a:ext uri="{FF2B5EF4-FFF2-40B4-BE49-F238E27FC236}">
                <a16:creationId xmlns:a16="http://schemas.microsoft.com/office/drawing/2014/main" id="{EC0F144D-D53C-CA7C-3F2F-0C381D5C972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670668" y="3899661"/>
            <a:ext cx="432642" cy="704588"/>
          </a:xfrm>
          <a:prstGeom prst="rect">
            <a:avLst/>
          </a:prstGeom>
        </p:spPr>
      </p:pic>
      <p:pic>
        <p:nvPicPr>
          <p:cNvPr id="92" name="Image 91">
            <a:extLst>
              <a:ext uri="{FF2B5EF4-FFF2-40B4-BE49-F238E27FC236}">
                <a16:creationId xmlns:a16="http://schemas.microsoft.com/office/drawing/2014/main" id="{E5AF27E0-33EE-9C41-6654-9A0E35CCFAA3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921417" y="3426126"/>
            <a:ext cx="1218257" cy="1791742"/>
          </a:xfrm>
          <a:prstGeom prst="rect">
            <a:avLst/>
          </a:prstGeom>
        </p:spPr>
      </p:pic>
      <p:pic>
        <p:nvPicPr>
          <p:cNvPr id="68" name="Image 67">
            <a:extLst>
              <a:ext uri="{FF2B5EF4-FFF2-40B4-BE49-F238E27FC236}">
                <a16:creationId xmlns:a16="http://schemas.microsoft.com/office/drawing/2014/main" id="{E66BD249-4288-8E86-2414-CCC44B06E0F8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104859" y="4329028"/>
            <a:ext cx="885605" cy="764840"/>
          </a:xfrm>
          <a:prstGeom prst="rect">
            <a:avLst/>
          </a:prstGeom>
        </p:spPr>
      </p:pic>
      <p:pic>
        <p:nvPicPr>
          <p:cNvPr id="94" name="Image 93">
            <a:extLst>
              <a:ext uri="{FF2B5EF4-FFF2-40B4-BE49-F238E27FC236}">
                <a16:creationId xmlns:a16="http://schemas.microsoft.com/office/drawing/2014/main" id="{957EE252-2FFE-690C-0B4E-B20A385A0935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242832" y="3577911"/>
            <a:ext cx="482600" cy="342900"/>
          </a:xfrm>
          <a:prstGeom prst="rect">
            <a:avLst/>
          </a:prstGeom>
        </p:spPr>
      </p:pic>
      <p:pic>
        <p:nvPicPr>
          <p:cNvPr id="70" name="Image 69">
            <a:extLst>
              <a:ext uri="{FF2B5EF4-FFF2-40B4-BE49-F238E27FC236}">
                <a16:creationId xmlns:a16="http://schemas.microsoft.com/office/drawing/2014/main" id="{5FA7EAA8-F10C-CB62-E9A8-D7E9BDC4BA7F}"/>
              </a:ext>
            </a:extLst>
          </p:cNvPr>
          <p:cNvPicPr>
            <a:picLocks noChangeAspect="1"/>
          </p:cNvPicPr>
          <p:nvPr/>
        </p:nvPicPr>
        <p:blipFill rotWithShape="1">
          <a:blip r:embed="rId30"/>
          <a:srcRect l="10201" t="13014" b="6564"/>
          <a:stretch/>
        </p:blipFill>
        <p:spPr>
          <a:xfrm>
            <a:off x="7330932" y="3899661"/>
            <a:ext cx="462858" cy="648814"/>
          </a:xfrm>
          <a:prstGeom prst="rect">
            <a:avLst/>
          </a:prstGeom>
        </p:spPr>
      </p:pic>
      <p:pic>
        <p:nvPicPr>
          <p:cNvPr id="98" name="Image 97">
            <a:extLst>
              <a:ext uri="{FF2B5EF4-FFF2-40B4-BE49-F238E27FC236}">
                <a16:creationId xmlns:a16="http://schemas.microsoft.com/office/drawing/2014/main" id="{723D026B-B06E-5783-5F68-FC6A4E073D63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23245" y="5206366"/>
            <a:ext cx="3363682" cy="1590579"/>
          </a:xfrm>
          <a:prstGeom prst="rect">
            <a:avLst/>
          </a:prstGeom>
        </p:spPr>
      </p:pic>
      <p:pic>
        <p:nvPicPr>
          <p:cNvPr id="100" name="Image 99">
            <a:extLst>
              <a:ext uri="{FF2B5EF4-FFF2-40B4-BE49-F238E27FC236}">
                <a16:creationId xmlns:a16="http://schemas.microsoft.com/office/drawing/2014/main" id="{06842A6A-B086-C357-4784-53B2CFFC9031}"/>
              </a:ext>
            </a:extLst>
          </p:cNvPr>
          <p:cNvPicPr>
            <a:picLocks noChangeAspect="1"/>
          </p:cNvPicPr>
          <p:nvPr/>
        </p:nvPicPr>
        <p:blipFill rotWithShape="1">
          <a:blip r:embed="rId32"/>
          <a:srcRect l="1" r="-2707" b="19506"/>
          <a:stretch/>
        </p:blipFill>
        <p:spPr>
          <a:xfrm>
            <a:off x="3719942" y="4652038"/>
            <a:ext cx="1101358" cy="387791"/>
          </a:xfrm>
          <a:prstGeom prst="rect">
            <a:avLst/>
          </a:prstGeom>
        </p:spPr>
      </p:pic>
      <p:pic>
        <p:nvPicPr>
          <p:cNvPr id="101" name="Image 100">
            <a:extLst>
              <a:ext uri="{FF2B5EF4-FFF2-40B4-BE49-F238E27FC236}">
                <a16:creationId xmlns:a16="http://schemas.microsoft.com/office/drawing/2014/main" id="{01B8BF38-6995-F579-BFEA-3D1833A711B2}"/>
              </a:ext>
            </a:extLst>
          </p:cNvPr>
          <p:cNvPicPr>
            <a:picLocks noChangeAspect="1"/>
          </p:cNvPicPr>
          <p:nvPr/>
        </p:nvPicPr>
        <p:blipFill rotWithShape="1">
          <a:blip r:embed="rId32"/>
          <a:srcRect l="1" r="-2707" b="19506"/>
          <a:stretch/>
        </p:blipFill>
        <p:spPr>
          <a:xfrm>
            <a:off x="5363793" y="4643274"/>
            <a:ext cx="1101358" cy="387791"/>
          </a:xfrm>
          <a:prstGeom prst="rect">
            <a:avLst/>
          </a:prstGeom>
        </p:spPr>
      </p:pic>
      <p:pic>
        <p:nvPicPr>
          <p:cNvPr id="103" name="Image 102">
            <a:extLst>
              <a:ext uri="{FF2B5EF4-FFF2-40B4-BE49-F238E27FC236}">
                <a16:creationId xmlns:a16="http://schemas.microsoft.com/office/drawing/2014/main" id="{0A603CA3-E7A4-6B8D-DC0C-A3764B2C45E7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725432" y="1042645"/>
            <a:ext cx="2216615" cy="418443"/>
          </a:xfrm>
          <a:prstGeom prst="rect">
            <a:avLst/>
          </a:prstGeom>
        </p:spPr>
      </p:pic>
      <p:pic>
        <p:nvPicPr>
          <p:cNvPr id="105" name="Image 104">
            <a:extLst>
              <a:ext uri="{FF2B5EF4-FFF2-40B4-BE49-F238E27FC236}">
                <a16:creationId xmlns:a16="http://schemas.microsoft.com/office/drawing/2014/main" id="{A06D289C-9488-4497-7618-0EBB211A6BF4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75712" y="2627259"/>
            <a:ext cx="2362200" cy="491625"/>
          </a:xfrm>
          <a:prstGeom prst="rect">
            <a:avLst/>
          </a:prstGeom>
        </p:spPr>
      </p:pic>
      <p:pic>
        <p:nvPicPr>
          <p:cNvPr id="107" name="Image 106">
            <a:extLst>
              <a:ext uri="{FF2B5EF4-FFF2-40B4-BE49-F238E27FC236}">
                <a16:creationId xmlns:a16="http://schemas.microsoft.com/office/drawing/2014/main" id="{736A399F-F5E1-D7B3-F136-ACDE47ECEF09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843862" y="3816849"/>
            <a:ext cx="838200" cy="787400"/>
          </a:xfrm>
          <a:prstGeom prst="rect">
            <a:avLst/>
          </a:prstGeom>
        </p:spPr>
      </p:pic>
      <p:pic>
        <p:nvPicPr>
          <p:cNvPr id="121" name="Image 120">
            <a:extLst>
              <a:ext uri="{FF2B5EF4-FFF2-40B4-BE49-F238E27FC236}">
                <a16:creationId xmlns:a16="http://schemas.microsoft.com/office/drawing/2014/main" id="{A59981C6-9954-B7CE-2970-E5C32EA287A6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808055" y="5155773"/>
            <a:ext cx="575887" cy="1569756"/>
          </a:xfrm>
          <a:prstGeom prst="rect">
            <a:avLst/>
          </a:prstGeom>
        </p:spPr>
      </p:pic>
      <p:pic>
        <p:nvPicPr>
          <p:cNvPr id="109" name="Image 108">
            <a:extLst>
              <a:ext uri="{FF2B5EF4-FFF2-40B4-BE49-F238E27FC236}">
                <a16:creationId xmlns:a16="http://schemas.microsoft.com/office/drawing/2014/main" id="{D98DAE6C-20D5-7490-617D-7024F86305C4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161602" y="3832789"/>
            <a:ext cx="749300" cy="723900"/>
          </a:xfrm>
          <a:prstGeom prst="rect">
            <a:avLst/>
          </a:prstGeom>
        </p:spPr>
      </p:pic>
      <p:pic>
        <p:nvPicPr>
          <p:cNvPr id="119" name="Image 118">
            <a:extLst>
              <a:ext uri="{FF2B5EF4-FFF2-40B4-BE49-F238E27FC236}">
                <a16:creationId xmlns:a16="http://schemas.microsoft.com/office/drawing/2014/main" id="{79DF91A6-8E46-89DF-13B8-E2A3F087193A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860262" y="5190939"/>
            <a:ext cx="485667" cy="1424622"/>
          </a:xfrm>
          <a:prstGeom prst="rect">
            <a:avLst/>
          </a:prstGeom>
        </p:spPr>
      </p:pic>
      <p:pic>
        <p:nvPicPr>
          <p:cNvPr id="111" name="Image 110">
            <a:extLst>
              <a:ext uri="{FF2B5EF4-FFF2-40B4-BE49-F238E27FC236}">
                <a16:creationId xmlns:a16="http://schemas.microsoft.com/office/drawing/2014/main" id="{796750B2-692A-2879-A30E-4992692ED5FF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133662" y="5190939"/>
            <a:ext cx="1997189" cy="818361"/>
          </a:xfrm>
          <a:prstGeom prst="rect">
            <a:avLst/>
          </a:prstGeom>
        </p:spPr>
      </p:pic>
      <p:pic>
        <p:nvPicPr>
          <p:cNvPr id="125" name="Image 124">
            <a:extLst>
              <a:ext uri="{FF2B5EF4-FFF2-40B4-BE49-F238E27FC236}">
                <a16:creationId xmlns:a16="http://schemas.microsoft.com/office/drawing/2014/main" id="{870AFE82-C996-1773-4757-D87ABB77339D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201448" y="4987191"/>
            <a:ext cx="623171" cy="843484"/>
          </a:xfrm>
          <a:prstGeom prst="rect">
            <a:avLst/>
          </a:prstGeom>
        </p:spPr>
      </p:pic>
      <p:pic>
        <p:nvPicPr>
          <p:cNvPr id="127" name="Image 126">
            <a:extLst>
              <a:ext uri="{FF2B5EF4-FFF2-40B4-BE49-F238E27FC236}">
                <a16:creationId xmlns:a16="http://schemas.microsoft.com/office/drawing/2014/main" id="{25F122FE-41E0-8742-0185-FE32104E26DD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337899" y="5985799"/>
            <a:ext cx="1517980" cy="863066"/>
          </a:xfrm>
          <a:prstGeom prst="rect">
            <a:avLst/>
          </a:prstGeom>
        </p:spPr>
      </p:pic>
      <p:cxnSp>
        <p:nvCxnSpPr>
          <p:cNvPr id="131" name="Connecteur droit 130">
            <a:extLst>
              <a:ext uri="{FF2B5EF4-FFF2-40B4-BE49-F238E27FC236}">
                <a16:creationId xmlns:a16="http://schemas.microsoft.com/office/drawing/2014/main" id="{55059071-5FCF-C752-722F-BA0F7578317C}"/>
              </a:ext>
            </a:extLst>
          </p:cNvPr>
          <p:cNvCxnSpPr>
            <a:cxnSpLocks/>
          </p:cNvCxnSpPr>
          <p:nvPr/>
        </p:nvCxnSpPr>
        <p:spPr>
          <a:xfrm>
            <a:off x="6665481" y="2627259"/>
            <a:ext cx="10515" cy="409827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3" name="Connecteur droit 132">
            <a:extLst>
              <a:ext uri="{FF2B5EF4-FFF2-40B4-BE49-F238E27FC236}">
                <a16:creationId xmlns:a16="http://schemas.microsoft.com/office/drawing/2014/main" id="{718989CC-2B05-9F9F-329F-88489275F8F1}"/>
              </a:ext>
            </a:extLst>
          </p:cNvPr>
          <p:cNvCxnSpPr>
            <a:cxnSpLocks/>
          </p:cNvCxnSpPr>
          <p:nvPr/>
        </p:nvCxnSpPr>
        <p:spPr>
          <a:xfrm>
            <a:off x="3607171" y="4106351"/>
            <a:ext cx="3058310" cy="2601109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Image 2">
            <a:extLst>
              <a:ext uri="{FF2B5EF4-FFF2-40B4-BE49-F238E27FC236}">
                <a16:creationId xmlns:a16="http://schemas.microsoft.com/office/drawing/2014/main" id="{9ADF28D0-A5BA-40B5-9610-5CCE5FC11404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125937" y="2249719"/>
            <a:ext cx="68597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735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8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900" decel="100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900" decel="100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900" decel="100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9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9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0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0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0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1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1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900" decel="100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900" decel="100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900" decel="100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8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88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1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4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4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1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6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0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7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1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900" decel="100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2861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Nicolas Dimitrijevic</dc:creator>
  <cp:lastModifiedBy>Pierrick .</cp:lastModifiedBy>
  <cp:revision>4</cp:revision>
  <dcterms:created xsi:type="dcterms:W3CDTF">2023-06-05T10:59:17Z</dcterms:created>
  <dcterms:modified xsi:type="dcterms:W3CDTF">2024-09-08T13:29:39Z</dcterms:modified>
</cp:coreProperties>
</file>